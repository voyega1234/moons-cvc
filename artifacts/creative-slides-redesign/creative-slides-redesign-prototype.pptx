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a2718b1734cbb" /><Relationship Type="http://schemas.openxmlformats.org/officeDocument/2006/relationships/extended-properties" Target="/docProps/app.xml" Id="Raeb318ebd81d471b" /><Relationship Type="http://schemas.openxmlformats.org/officeDocument/2006/relationships/officeDocument" Target="/ppt/presentation.xml" Id="Rb4419a50ccdb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a2af33727d4ef8"/>
  </p:sldMasterIdLst>
  <p:notesMasterIdLst>
    <p:notesMasterId xmlns:r="http://schemas.openxmlformats.org/officeDocument/2006/relationships" r:id="R8eff8ef0cc6b40bb"/>
  </p:notesMasterIdLst>
  <p:sldIdLst>
    <p:sldId xmlns:r="http://schemas.openxmlformats.org/officeDocument/2006/relationships" id="256" r:id="R2d9aec7c0cb1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0115d4bb8744a3" /><Relationship Type="http://schemas.openxmlformats.org/officeDocument/2006/relationships/slideMaster" Target="/ppt/slideMasters/slideMaster1.xml" Id="Re6a2af33727d4ef8" /><Relationship Type="http://schemas.openxmlformats.org/officeDocument/2006/relationships/notesMaster" Target="/ppt/notesMasters/notesMaster1.xml" Id="R8eff8ef0cc6b40bb" /><Relationship Type="http://schemas.openxmlformats.org/officeDocument/2006/relationships/presProps" Target="/ppt/presProps.xml" Id="Rd0d8efbc872f4525" /><Relationship Type="http://schemas.openxmlformats.org/officeDocument/2006/relationships/tableStyles" Target="/ppt/tableStyles.xml" Id="R11b46e65ad924b9b" /><Relationship Type="http://schemas.openxmlformats.org/officeDocument/2006/relationships/slide" Target="/ppt/slides/slide1.xml" Id="R2d9aec7c0cb1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6d8fbb043a45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845be5011d4bb0" /><Relationship Type="http://schemas.openxmlformats.org/officeDocument/2006/relationships/notesMaster" Target="/ppt/notesMasters/notesMaster1.xml" Id="R5be7644cc97e4e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creative artwork: logs/artwork-generation/2026-07-28T03-36-26-581Z-run-6a3c7394-0e89-43a2-b3b7-4b1b71afa375-chol-static-02-output.png</a:t>
            </a:r>
          </a:p>
          <a:p xmlns:a="http://schemas.openxmlformats.org/drawingml/2006/main">
            <a:r>
              <a:t>- Caption text: layout prototype copy derived from the visible creative artwork; not an external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3c9827f3947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30edbbfbe4a0e" /><Relationship Type="http://schemas.openxmlformats.org/officeDocument/2006/relationships/slideLayout" Target="/ppt/slideLayouts/slideLayout1.xml" Id="R1a213413236d4c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13413236d4c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fd158404a40e6" /><Relationship Type="http://schemas.openxmlformats.org/officeDocument/2006/relationships/image" Target="/ppt/media/image.png" Id="R60ca72aa436d4121" /><Relationship Type="http://schemas.openxmlformats.org/officeDocument/2006/relationships/notesSlide" Target="/ppt/notesSlides/notesSlide1.xml" Id="R49a572d7da3746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3058C-AE26-442A-9BCA-EC7D5ED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5581650" cy="6248400"/>
          </a:xfrm>
          <a:prstGeom xmlns:a="http://schemas.openxmlformats.org/drawingml/2006/main" prst="roundRect">
            <a:avLst>
              <a:gd name="adj" fmla="val 2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4DD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a72aa436d4121"/>
          <a:stretch xmlns:a="http://schemas.openxmlformats.org/drawingml/2006/main"/>
        </p:blipFill>
        <p:spPr>
          <a:xfrm xmlns:a="http://schemas.openxmlformats.org/drawingml/2006/main">
            <a:off x="748665" y="495300"/>
            <a:ext cx="4693920" cy="5867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5F923-F5B4-4FAD-907D-A2FD8E3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5BFF"/>
                </a:solidFill>
              </a:defRPr>
            </a:pPr>
            <a:r>
              <a:rPr sz="1050" b="1">
                <a:solidFill>
                  <a:srgbClr val="625BFF"/>
                </a:solidFill>
              </a:rPr>
              <a:t>CHÔL AROMATIQUE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F2EE2-151D-4BB6-8793-9D4EE06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65100"/>
                </a:solidFill>
              </a:defRPr>
            </a:pPr>
            <a:r>
              <a:rPr sz="975" b="1">
                <a:solidFill>
                  <a:srgbClr val="465100"/>
                </a:solidFill>
              </a:rPr>
              <a:t>STATIC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30032-3199-4744-BC1B-F7EDE8BC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525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2550" b="1">
                <a:solidFill>
                  <a:srgbClr val="191B27"/>
                </a:solidFill>
              </a:defRPr>
            </a:pPr>
            <a:r>
              <a:rPr sz="2550" b="1">
                <a:solidFill>
                  <a:srgbClr val="191B27"/>
                </a:solidFill>
              </a:rPr>
              <a:t>คนที่เลือกของเข้าบ้าน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2550" b="1">
                <a:solidFill>
                  <a:srgbClr val="191B27"/>
                </a:solidFill>
              </a:defRPr>
            </a:pPr>
            <a:r>
              <a:rPr sz="2550" b="1">
                <a:solidFill>
                  <a:srgbClr val="191B27"/>
                </a:solidFill>
              </a:rPr>
              <a:t>เหมือนเลือกความรู้สึกให้ทุกวัน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2C519-53F6-44C0-AF42-4B53B70E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707487"/>
                </a:solidFill>
              </a:defRPr>
            </a:pPr>
            <a:r>
              <a:rPr sz="1350">
                <a:solidFill>
                  <a:srgbClr val="707487"/>
                </a:solidFill>
              </a:rPr>
              <a:t>กลิ่นที่อยู่ในบ้านนานกว่าความสวย และเปลี่ยนอารมณ์ของทุกวันได้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76EC8-6B51-40CD-B542-457BC66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EE0B2-A436-4318-BE65-5349CE4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07487"/>
                </a:solidFill>
              </a:defRPr>
            </a:pPr>
            <a:r>
              <a:rPr sz="975" b="1">
                <a:solidFill>
                  <a:srgbClr val="707487"/>
                </a:solidFill>
              </a:rPr>
              <a:t>CAPTION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3AACB-1AB1-414B-8BC0-F45C56FB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09950"/>
            <a:ext cx="5257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82B37"/>
                </a:solidFill>
              </a:defRPr>
            </a:pPr>
            <a:r>
              <a:rPr sz="1350">
                <a:solidFill>
                  <a:srgbClr val="282B37"/>
                </a:solidFill>
              </a:rPr>
              <a:t>บ้านที่น่าอยู่ ไม่ได้มีแค่เฟอร์นิเจอร์ที่สวย แต่ยังมี “กลิ่น” ที่ทำให้ทุกครั้งที่เปิดประตูรู้สึกว่าได้กลับมาพักจริง 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82B37"/>
                </a:solidFill>
              </a:defRPr>
            </a:pPr>
            <a:r>
              <a:rPr sz="1350">
                <a:solidFill>
                  <a:srgbClr val="282B37"/>
                </a:solidFill>
              </a:rPr>
              <a:t>Urban Diffuser จับคู่กับ Aroma Oil Urban ให้บรรยากาศอบอุ่น สุขุม และเป็นตัวเองมากขึ้น พร้อมโปรชุด Urban + Aroma Oil เหลือ ฿1,185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71063-9B41-404F-9F41-4792E2B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67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07487"/>
                </a:solidFill>
              </a:defRPr>
            </a:pPr>
            <a:r>
              <a:rPr sz="975" b="1">
                <a:solidFill>
                  <a:srgbClr val="707487"/>
                </a:solidFill>
              </a:rPr>
              <a:t>CALL TO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06E58-BB96-40E8-BA6D-71A3A06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6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1B27"/>
                </a:solidFill>
              </a:defRPr>
            </a:pPr>
            <a:r>
              <a:rPr sz="1500" b="1">
                <a:solidFill>
                  <a:srgbClr val="191B27"/>
                </a:solidFill>
              </a:rPr>
              <a:t>เลือกชุด Urban + Aroma Oil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C6258-30C3-44B2-A490-84201B9B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8E9E"/>
                </a:solidFill>
              </a:defRPr>
            </a:pPr>
            <a:r>
              <a:rPr sz="900">
                <a:solidFill>
                  <a:srgbClr val="8A8E9E"/>
                </a:solidFill>
              </a:rPr>
              <a:t>Concept · Everyday home ritual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806DD-27D8-49EF-BB42-7B601207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2865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A8E9E"/>
                </a:solidFill>
              </a:defRPr>
            </a:pPr>
            <a:r>
              <a:rPr sz="900">
                <a:solidFill>
                  <a:srgbClr val="8A8E9E"/>
                </a:solidFill>
              </a:rPr>
              <a:t>01 / 01</a:t>
            </a:r>
          </a:p>
        </p:txBody>
      </p:sp>
    </p:spTree>
    <p:extLst>
      <p:ext uri="{BB962C8B-B14F-4D97-AF65-F5344CB8AC3E}">
        <p14:creationId xmlns:p14="http://schemas.microsoft.com/office/powerpoint/2010/main" val="283631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2026-07-28T03:47:53.2540000Z</dcterms:created>
  <dcterms:modified xsi:type="dcterms:W3CDTF">2026-07-28T03:47:53.2540000Z</dcterms:modified>
</coreProperties>
</file>