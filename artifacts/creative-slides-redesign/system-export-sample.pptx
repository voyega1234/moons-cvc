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Concept, key message, visual direction, and CTA: confirmed workflow data for CHÔL Aromatique.
- Creative draft: generated artwork attached to this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Full caption and CTA: confirmed workflow data for CHÔL Aromatique.
- Visual: generated creative asset or selected UGC reference attached to this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Concept, key message, visual direction, and CTA: confirmed workflow data for CHÔL Aromatique.
- Creative draft: generated artwork attached to this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Full caption and CTA: confirmed workflow data for CHÔL Aromatique.
- Visual: generated creative asset or selected UGC reference attached to this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Creative direction and caption: confirmed workflow data for CHÔL Aromatique.
- Visual reference: selected UGC reference image in the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Full caption and CTA: confirmed workflow data for CHÔL Aromatique.
- Visual: generated creative asset or selected UGC reference attached to this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474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CREATIVE DIRECTION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882128" y="3840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800" b="1" spc="120" kern="0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CHÔL AROMATIQUE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882128" y="6583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800" b="1" spc="80" kern="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STATIC  ·  1080x1350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38912" y="969264"/>
            <a:ext cx="11192256" cy="0"/>
          </a:xfrm>
          <a:prstGeom prst="line">
            <a:avLst/>
          </a:prstGeom>
          <a:noFill/>
          <a:ln w="12700">
            <a:solidFill>
              <a:srgbClr val="E5E7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54096" y="1225296"/>
            <a:ext cx="0" cy="4828032"/>
          </a:xfrm>
          <a:prstGeom prst="line">
            <a:avLst/>
          </a:prstGeom>
          <a:noFill/>
          <a:ln w="12700">
            <a:solidFill>
              <a:srgbClr val="E5E7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24728" y="1225296"/>
            <a:ext cx="0" cy="4828032"/>
          </a:xfrm>
          <a:prstGeom prst="line">
            <a:avLst/>
          </a:prstGeom>
          <a:noFill/>
          <a:ln w="12700">
            <a:solidFill>
              <a:srgbClr val="E5E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1225296"/>
            <a:ext cx="0" cy="4828032"/>
          </a:xfrm>
          <a:prstGeom prst="line">
            <a:avLst/>
          </a:prstGeom>
          <a:noFill/>
          <a:ln w="12700">
            <a:solidFill>
              <a:srgbClr val="E5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2435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CONCEPT IDEA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1609344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b="1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Everyday home ritual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8912" y="316382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WHY IT 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3493008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Make the emotional benefit of scent immediately understandable.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1243584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64408" y="1609344"/>
            <a:ext cx="23591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900" b="1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คนที่เลือกของเข้าบ้าน เหมือนเลือกความรู้สึกให้ทุกวัน</a:t>
            </a:r>
            <a:endParaRPr lang="th-TH" sz="1900" dirty="0"/>
          </a:p>
        </p:txBody>
      </p:sp>
      <p:sp>
        <p:nvSpPr>
          <p:cNvPr id="15" name="Text 13"/>
          <p:cNvSpPr/>
          <p:nvPr/>
        </p:nvSpPr>
        <p:spPr>
          <a:xfrm>
            <a:off x="3264408" y="3401568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SUPPORTING LINE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64408" y="3730752"/>
            <a:ext cx="23591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Everyday home ritual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1243584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CREATIVE DRAFT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609344"/>
            <a:ext cx="2359152" cy="3584448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E"/>
            </a:solidFill>
            <a:prstDash val="solid"/>
          </a:ln>
        </p:spPr>
      </p:sp>
      <p:pic>
        <p:nvPicPr>
          <p:cNvPr id="19" name="Image 0" descr="CHÔL Aromatique Static creative draf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2064258"/>
            <a:ext cx="2139696" cy="26746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035040" y="5413248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Static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814816" y="1243584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CREATIVE BRIEF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814816" y="1664208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VISUAL DIRECTION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814816" y="1938528"/>
            <a:ext cx="28163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Warm premium home atmosphere with strong product visibility.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814816" y="3401568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PRIMARY CTA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814816" y="3694176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เลือกชุด Urban + Aroma Oil</a:t>
            </a:r>
            <a:endParaRPr lang="th-TH" sz="1600" dirty="0"/>
          </a:p>
        </p:txBody>
      </p:sp>
      <p:sp>
        <p:nvSpPr>
          <p:cNvPr id="26" name="Text 23"/>
          <p:cNvSpPr/>
          <p:nvPr/>
        </p:nvSpPr>
        <p:spPr>
          <a:xfrm>
            <a:off x="8814816" y="4681728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CONTENT PILLAR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814816" y="4956048"/>
            <a:ext cx="2816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5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static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38912" y="6144768"/>
            <a:ext cx="11192256" cy="0"/>
          </a:xfrm>
          <a:prstGeom prst="line">
            <a:avLst/>
          </a:prstGeom>
          <a:noFill/>
          <a:ln w="12700">
            <a:solidFill>
              <a:srgbClr val="E5E7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8912" y="62910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Creative brief + draft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0991088" y="62910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 / 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950208" cy="62179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7EE"/>
            </a:solidFill>
            <a:prstDash val="solid"/>
          </a:ln>
        </p:spPr>
      </p:sp>
      <p:pic>
        <p:nvPicPr>
          <p:cNvPr id="3" name="Image 0" descr="CHÔL Aromatique Static caption refer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86434"/>
            <a:ext cx="3456432" cy="43205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09160" y="4389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b="1" spc="120" kern="0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CHÔL AROMATIQUE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9509760" y="4389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2833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ARTWORK &amp; CAPTION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709160" y="896112"/>
            <a:ext cx="6903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000" b="1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คนที่เลือกของเข้าบ้าน เหมือนเลือกความรู้สึกให้ทุกวัน</a:t>
            </a:r>
            <a:endParaRPr lang="th-TH" sz="2000" dirty="0"/>
          </a:p>
        </p:txBody>
      </p:sp>
      <p:sp>
        <p:nvSpPr>
          <p:cNvPr id="7" name="Shape 4"/>
          <p:cNvSpPr/>
          <p:nvPr/>
        </p:nvSpPr>
        <p:spPr>
          <a:xfrm>
            <a:off x="4709160" y="1664208"/>
            <a:ext cx="420624" cy="36576"/>
          </a:xfrm>
          <a:prstGeom prst="rect">
            <a:avLst/>
          </a:prstGeom>
          <a:solidFill>
            <a:srgbClr val="625BFF"/>
          </a:solidFill>
          <a:ln w="12700">
            <a:solidFill>
              <a:srgbClr val="625B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09160" y="1828800"/>
            <a:ext cx="69037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Make Time to Let Your Space Feel Good. 🤍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·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บางรายละเอียดอาจมองไม่เห็น แต่ทำให้พื้นที่เดิมรู้สึกต่างออกไปได้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·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🌿 Urban + Aroma Oil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เติมกลิ่นหอม สร้างมู้ด และรีเฟรชพื้นที่ ให้ทุกมุมที่คุณใช้ชีวิตน่าอยู่ขึ้น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·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พิเศษ ชุด Urban + Aroma Oil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จาก ฿1,580 เหลือ ฿1,185 (25%)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·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เพราะกลิ่นหอมที่ใช่ ไม่ได้เปลี่ยนแค่บรรยากาศ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แต่เปลี่ยนเวลาที่เราใช้ ให้มีความหมายมากขึ้น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·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#CHOLAromatique #MakeTimeMakeItMatter #HomeAroma #EssentialOil #Aromatherapy</a:t>
            </a:r>
            <a:endParaRPr lang="th-TH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6016752"/>
            <a:ext cx="6903720" cy="0"/>
          </a:xfrm>
          <a:prstGeom prst="line">
            <a:avLst/>
          </a:prstGeom>
          <a:noFill/>
          <a:ln w="12700">
            <a:solidFill>
              <a:srgbClr val="E5E7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618134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100" b="1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CTA · เลือกชุด Urban + Aroma Oil</a:t>
            </a:r>
            <a:endParaRPr lang="th-TH" sz="1100" dirty="0"/>
          </a:p>
        </p:txBody>
      </p:sp>
      <p:sp>
        <p:nvSpPr>
          <p:cNvPr id="11" name="Text 8"/>
          <p:cNvSpPr/>
          <p:nvPr/>
        </p:nvSpPr>
        <p:spPr>
          <a:xfrm>
            <a:off x="10991088" y="618134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 /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474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CREATIVE DIRECTION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882128" y="3840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800" b="1" spc="120" kern="0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CHÔL AROMATIQUE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882128" y="6583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800" b="1" spc="80" kern="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ALBUM POST  ·  1080x1350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38912" y="969264"/>
            <a:ext cx="11192256" cy="0"/>
          </a:xfrm>
          <a:prstGeom prst="line">
            <a:avLst/>
          </a:prstGeom>
          <a:noFill/>
          <a:ln w="12700">
            <a:solidFill>
              <a:srgbClr val="E5E7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54096" y="1225296"/>
            <a:ext cx="0" cy="4828032"/>
          </a:xfrm>
          <a:prstGeom prst="line">
            <a:avLst/>
          </a:prstGeom>
          <a:noFill/>
          <a:ln w="12700">
            <a:solidFill>
              <a:srgbClr val="E5E7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24728" y="1225296"/>
            <a:ext cx="0" cy="4828032"/>
          </a:xfrm>
          <a:prstGeom prst="line">
            <a:avLst/>
          </a:prstGeom>
          <a:noFill/>
          <a:ln w="12700">
            <a:solidFill>
              <a:srgbClr val="E5E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1225296"/>
            <a:ext cx="0" cy="4828032"/>
          </a:xfrm>
          <a:prstGeom prst="line">
            <a:avLst/>
          </a:prstGeom>
          <a:noFill/>
          <a:ln w="12700">
            <a:solidFill>
              <a:srgbClr val="E5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2435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CONCEPT IDEA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1609344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b="1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 three-frame scent story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8912" y="316382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WHY IT 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3493008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Make the emotional benefit of scent immediately understandable.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1243584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64408" y="1609344"/>
            <a:ext cx="23591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900" b="1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สามรายละเอียดเล็ก ๆ ที่เปลี่ยนบรรยากาศของบ้าน</a:t>
            </a:r>
            <a:endParaRPr lang="th-TH" sz="1900" dirty="0"/>
          </a:p>
        </p:txBody>
      </p:sp>
      <p:sp>
        <p:nvSpPr>
          <p:cNvPr id="15" name="Text 13"/>
          <p:cNvSpPr/>
          <p:nvPr/>
        </p:nvSpPr>
        <p:spPr>
          <a:xfrm>
            <a:off x="3264408" y="3401568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SUPPORTING LINE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64408" y="3730752"/>
            <a:ext cx="23591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 three-frame scent story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1243584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CREATIVE DRAFT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609344"/>
            <a:ext cx="2359152" cy="3584448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E"/>
            </a:solidFill>
            <a:prstDash val="solid"/>
          </a:ln>
        </p:spPr>
      </p:sp>
      <p:pic>
        <p:nvPicPr>
          <p:cNvPr id="19" name="Image 0" descr="CHÔL Aromatique album panel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1737360"/>
            <a:ext cx="2139696" cy="1664208"/>
          </a:xfrm>
          <a:prstGeom prst="rect">
            <a:avLst/>
          </a:prstGeom>
        </p:spPr>
      </p:pic>
      <p:pic>
        <p:nvPicPr>
          <p:cNvPr id="20" name="Image 1" descr="CHÔL Aromatique album panel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3401568"/>
            <a:ext cx="1069848" cy="1664208"/>
          </a:xfrm>
          <a:prstGeom prst="rect">
            <a:avLst/>
          </a:prstGeom>
        </p:spPr>
      </p:pic>
      <p:pic>
        <p:nvPicPr>
          <p:cNvPr id="21" name="Image 2" descr="CHÔL Aromatique album panel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3401568"/>
            <a:ext cx="1069848" cy="16642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35040" y="5413248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Album post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814816" y="1243584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CREATIVE BRIEF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814816" y="1664208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VISUAL DIRECTION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8814816" y="1938528"/>
            <a:ext cx="28163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Warm premium home atmosphere with strong product visibility.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814816" y="3401568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PRIMARY CTA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8814816" y="3694176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เลือกชุด Urban + Aroma Oil</a:t>
            </a:r>
            <a:endParaRPr lang="th-TH" sz="1600" dirty="0"/>
          </a:p>
        </p:txBody>
      </p:sp>
      <p:sp>
        <p:nvSpPr>
          <p:cNvPr id="28" name="Text 23"/>
          <p:cNvSpPr/>
          <p:nvPr/>
        </p:nvSpPr>
        <p:spPr>
          <a:xfrm>
            <a:off x="8814816" y="4681728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CONTENT PILLAR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8814816" y="4956048"/>
            <a:ext cx="2816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5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album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438912" y="6144768"/>
            <a:ext cx="11192256" cy="0"/>
          </a:xfrm>
          <a:prstGeom prst="line">
            <a:avLst/>
          </a:prstGeom>
          <a:noFill/>
          <a:ln w="12700">
            <a:solidFill>
              <a:srgbClr val="E5E7E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38912" y="62910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Creative brief + draft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10991088" y="62910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 /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950208" cy="62179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7EE"/>
            </a:solidFill>
            <a:prstDash val="solid"/>
          </a:ln>
        </p:spPr>
      </p:sp>
      <p:pic>
        <p:nvPicPr>
          <p:cNvPr id="3" name="Image 0" descr="CHÔL Aromatique album panel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24128"/>
            <a:ext cx="3456432" cy="2322576"/>
          </a:xfrm>
          <a:prstGeom prst="rect">
            <a:avLst/>
          </a:prstGeom>
        </p:spPr>
      </p:pic>
      <p:pic>
        <p:nvPicPr>
          <p:cNvPr id="4" name="Image 1" descr="CHÔL Aromatique album panel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346704"/>
            <a:ext cx="1728216" cy="2322576"/>
          </a:xfrm>
          <a:prstGeom prst="rect">
            <a:avLst/>
          </a:prstGeom>
        </p:spPr>
      </p:pic>
      <p:pic>
        <p:nvPicPr>
          <p:cNvPr id="5" name="Image 2" descr="CHÔL Aromatique album panel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144" y="3346704"/>
            <a:ext cx="1728216" cy="232257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709160" y="4389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b="1" spc="120" kern="0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CHÔL AROMATIQUE</a:t>
            </a:r>
            <a:endParaRPr lang="en-US" sz="800" dirty="0"/>
          </a:p>
        </p:txBody>
      </p:sp>
      <p:sp>
        <p:nvSpPr>
          <p:cNvPr id="7" name="Text 2"/>
          <p:cNvSpPr/>
          <p:nvPr/>
        </p:nvSpPr>
        <p:spPr>
          <a:xfrm>
            <a:off x="9509760" y="4389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2833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ARTWORK &amp; CAPTION</a:t>
            </a:r>
            <a:endParaRPr lang="en-US" sz="800" dirty="0"/>
          </a:p>
        </p:txBody>
      </p:sp>
      <p:sp>
        <p:nvSpPr>
          <p:cNvPr id="8" name="Text 3"/>
          <p:cNvSpPr/>
          <p:nvPr/>
        </p:nvSpPr>
        <p:spPr>
          <a:xfrm>
            <a:off x="4709160" y="896112"/>
            <a:ext cx="6903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000" b="1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สามรายละเอียดเล็ก ๆ ที่เปลี่ยนบรรยากาศของบ้าน</a:t>
            </a:r>
            <a:endParaRPr lang="th-TH" sz="2000" dirty="0"/>
          </a:p>
        </p:txBody>
      </p:sp>
      <p:sp>
        <p:nvSpPr>
          <p:cNvPr id="9" name="Shape 4"/>
          <p:cNvSpPr/>
          <p:nvPr/>
        </p:nvSpPr>
        <p:spPr>
          <a:xfrm>
            <a:off x="4709160" y="1664208"/>
            <a:ext cx="420624" cy="36576"/>
          </a:xfrm>
          <a:prstGeom prst="rect">
            <a:avLst/>
          </a:prstGeom>
          <a:solidFill>
            <a:srgbClr val="625BFF"/>
          </a:solidFill>
          <a:ln w="12700">
            <a:solidFill>
              <a:srgbClr val="625BFF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4709160" y="1828800"/>
            <a:ext cx="69037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Make Time to Let Your Space Feel Good. 🤍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·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บางรายละเอียดอาจมองไม่เห็น แต่ทำให้พื้นที่เดิมรู้สึกต่างออกไปได้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·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🌿 Urban + Aroma Oil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เติมกลิ่นหอม สร้างมู้ด และรีเฟรชพื้นที่ ให้ทุกมุมที่คุณใช้ชีวิตน่าอยู่ขึ้น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·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พิเศษ ชุด Urban + Aroma Oil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จาก ฿1,580 เหลือ ฿1,185 (25%)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·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เพราะกลิ่นหอมที่ใช่ ไม่ได้เปลี่ยนแค่บรรยากาศ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แต่เปลี่ยนเวลาที่เราใช้ ให้มีความหมายมากขึ้น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·</a:t>
            </a:r>
            <a:endParaRPr lang="th-TH" sz="1100" dirty="0"/>
          </a:p>
          <a:p>
            <a:pPr indent="0" marL="0">
              <a:spcAft>
                <a:spcPts val="500"/>
              </a:spcAft>
              <a:buNone/>
            </a:pPr>
            <a:r>
              <a:rPr lang="th-TH" altLang="en-US" sz="11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#CHOLAromatique #MakeTimeMakeItMatter #HomeAroma #EssentialOil #Aromatherapy</a:t>
            </a:r>
            <a:endParaRPr lang="th-TH" sz="1100" dirty="0"/>
          </a:p>
        </p:txBody>
      </p:sp>
      <p:sp>
        <p:nvSpPr>
          <p:cNvPr id="11" name="Shape 6"/>
          <p:cNvSpPr/>
          <p:nvPr/>
        </p:nvSpPr>
        <p:spPr>
          <a:xfrm>
            <a:off x="4709160" y="6016752"/>
            <a:ext cx="6903720" cy="0"/>
          </a:xfrm>
          <a:prstGeom prst="line">
            <a:avLst/>
          </a:prstGeom>
          <a:noFill/>
          <a:ln w="12700">
            <a:solidFill>
              <a:srgbClr val="E5E7E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709160" y="618134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100" b="1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CTA · เลือกชุด Urban + Aroma Oil</a:t>
            </a:r>
            <a:endParaRPr lang="th-TH" sz="1100" dirty="0"/>
          </a:p>
        </p:txBody>
      </p:sp>
      <p:sp>
        <p:nvSpPr>
          <p:cNvPr id="13" name="Text 8"/>
          <p:cNvSpPr/>
          <p:nvPr/>
        </p:nvSpPr>
        <p:spPr>
          <a:xfrm>
            <a:off x="10991088" y="618134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 /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160520" cy="603504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E5E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6217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UGC VISUAL REFERENCE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207008" y="932688"/>
            <a:ext cx="2514600" cy="4773168"/>
          </a:xfrm>
          <a:prstGeom prst="roundRect">
            <a:avLst>
              <a:gd name="adj" fmla="val 8000"/>
            </a:avLst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069848"/>
            <a:ext cx="2276856" cy="4498848"/>
          </a:xfrm>
          <a:prstGeom prst="roundRect">
            <a:avLst>
              <a:gd name="adj" fmla="val 6827"/>
            </a:avLst>
          </a:prstGeom>
          <a:solidFill>
            <a:srgbClr val="E9EAF0"/>
          </a:solidFill>
          <a:ln w="5080">
            <a:solidFill>
              <a:srgbClr val="2A2D3D"/>
            </a:solidFill>
            <a:prstDash val="solid"/>
          </a:ln>
        </p:spPr>
      </p:sp>
      <p:pic>
        <p:nvPicPr>
          <p:cNvPr id="6" name="Image 0" descr="CHÔL Aromatique UGC visual reference in phone mocku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53312" y="1097280"/>
            <a:ext cx="2221992" cy="4443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984248" y="1024128"/>
            <a:ext cx="960120" cy="164592"/>
          </a:xfrm>
          <a:prstGeom prst="roundRect">
            <a:avLst>
              <a:gd name="adj" fmla="val 44444"/>
            </a:avLst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67128" y="5404104"/>
            <a:ext cx="594360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5879592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th-TH" altLang="en-US" sz="880" i="1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แสงเย็นในบ้าน โทนอุ่น และจังหวะตัดต่อช้า</a:t>
            </a:r>
            <a:endParaRPr lang="th-TH" sz="880" dirty="0"/>
          </a:p>
        </p:txBody>
      </p:sp>
      <p:sp>
        <p:nvSpPr>
          <p:cNvPr id="10" name="Text 7"/>
          <p:cNvSpPr/>
          <p:nvPr/>
        </p:nvSpPr>
        <p:spPr>
          <a:xfrm>
            <a:off x="5029200" y="5852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b="1" spc="120" kern="0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CHÔL AROMATIQUE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131552" y="58521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2833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UGC VIDEO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29200" y="950976"/>
            <a:ext cx="6272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900" b="1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กลิ่นเดียวที่ทำให้คำว่า ‘กลับบ้าน’ รู้สึกชัดขึ้น</a:t>
            </a:r>
            <a:endParaRPr lang="th-TH" sz="1900" dirty="0"/>
          </a:p>
        </p:txBody>
      </p:sp>
      <p:sp>
        <p:nvSpPr>
          <p:cNvPr id="13" name="Text 10"/>
          <p:cNvSpPr/>
          <p:nvPr/>
        </p:nvSpPr>
        <p:spPr>
          <a:xfrm>
            <a:off x="5029200" y="1719072"/>
            <a:ext cx="6272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th-TH" altLang="en-US" sz="950" b="1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Urban Diffuser + Aroma Oil Urban  •  15–30 วินาที</a:t>
            </a:r>
            <a:endParaRPr lang="th-TH" sz="950" dirty="0"/>
          </a:p>
        </p:txBody>
      </p:sp>
      <p:sp>
        <p:nvSpPr>
          <p:cNvPr id="14" name="Shape 11"/>
          <p:cNvSpPr/>
          <p:nvPr/>
        </p:nvSpPr>
        <p:spPr>
          <a:xfrm>
            <a:off x="5029200" y="2084832"/>
            <a:ext cx="384048" cy="36576"/>
          </a:xfrm>
          <a:prstGeom prst="rect">
            <a:avLst/>
          </a:prstGeom>
          <a:solidFill>
            <a:srgbClr val="625BFF"/>
          </a:solidFill>
          <a:ln w="12700">
            <a:solidFill>
              <a:srgbClr val="625B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226771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CREATIVE OBJECTIVE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029200" y="2496312"/>
            <a:ext cx="6272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th-TH" altLang="en-US" sz="125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ทำให้ผู้ชมเห็นภาพ ritual หลังกลับถึงบ้าน</a:t>
            </a:r>
            <a:endParaRPr lang="th-TH" sz="1250" dirty="0"/>
          </a:p>
        </p:txBody>
      </p:sp>
      <p:sp>
        <p:nvSpPr>
          <p:cNvPr id="17" name="Text 14"/>
          <p:cNvSpPr/>
          <p:nvPr/>
        </p:nvSpPr>
        <p:spPr>
          <a:xfrm>
            <a:off x="5029200" y="33649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VIDEO STORYLINE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029200" y="3675888"/>
            <a:ext cx="292608" cy="292608"/>
          </a:xfrm>
          <a:prstGeom prst="ellipse">
            <a:avLst/>
          </a:prstGeom>
          <a:solidFill>
            <a:srgbClr val="EEEFFF"/>
          </a:solidFill>
          <a:ln w="12700">
            <a:solidFill>
              <a:srgbClr val="EEE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56632" y="3753612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01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5468112" y="365760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altLang="en-US" sz="950" b="1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OPEN / HOOK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812280" y="3657600"/>
            <a:ext cx="4498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th-TH" altLang="en-US" sz="96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เปิดประตูเข้าบ้านพร้อมพูดว่าวันนี้เหนื่อยแค่ไหน</a:t>
            </a:r>
            <a:endParaRPr lang="th-TH" sz="960" dirty="0"/>
          </a:p>
        </p:txBody>
      </p:sp>
      <p:sp>
        <p:nvSpPr>
          <p:cNvPr id="22" name="Shape 19"/>
          <p:cNvSpPr/>
          <p:nvPr/>
        </p:nvSpPr>
        <p:spPr>
          <a:xfrm>
            <a:off x="5029200" y="4261104"/>
            <a:ext cx="292608" cy="292608"/>
          </a:xfrm>
          <a:prstGeom prst="ellipse">
            <a:avLst/>
          </a:prstGeom>
          <a:solidFill>
            <a:srgbClr val="EEEFFF"/>
          </a:solidFill>
          <a:ln w="12700">
            <a:solidFill>
              <a:srgbClr val="EEE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56632" y="4338828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02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5468112" y="424281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altLang="en-US" sz="950" b="1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SHOWCASE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812280" y="4242816"/>
            <a:ext cx="4498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th-TH" altLang="en-US" sz="96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หยด Aroma Oil แล้วถ่ายหมอกหอมแบบ close-up</a:t>
            </a:r>
            <a:endParaRPr lang="th-TH" sz="960" dirty="0"/>
          </a:p>
        </p:txBody>
      </p:sp>
      <p:sp>
        <p:nvSpPr>
          <p:cNvPr id="26" name="Shape 23"/>
          <p:cNvSpPr/>
          <p:nvPr/>
        </p:nvSpPr>
        <p:spPr>
          <a:xfrm>
            <a:off x="5029200" y="4846320"/>
            <a:ext cx="292608" cy="292608"/>
          </a:xfrm>
          <a:prstGeom prst="ellipse">
            <a:avLst/>
          </a:prstGeom>
          <a:solidFill>
            <a:srgbClr val="EEEFFF"/>
          </a:solidFill>
          <a:ln w="12700">
            <a:solidFill>
              <a:srgbClr val="EEE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56632" y="4924044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03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5468112" y="482803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altLang="en-US" sz="950" b="1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END / CTA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812280" y="4828032"/>
            <a:ext cx="4498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th-TH" altLang="en-US" sz="96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นั่งพักและชวนเลือกกลิ่นที่อยากกลับมาเจอทุกวัน</a:t>
            </a:r>
            <a:endParaRPr lang="th-TH" sz="960" dirty="0"/>
          </a:p>
        </p:txBody>
      </p:sp>
      <p:sp>
        <p:nvSpPr>
          <p:cNvPr id="30" name="Shape 27"/>
          <p:cNvSpPr/>
          <p:nvPr/>
        </p:nvSpPr>
        <p:spPr>
          <a:xfrm>
            <a:off x="5029200" y="5486400"/>
            <a:ext cx="6272784" cy="0"/>
          </a:xfrm>
          <a:prstGeom prst="line">
            <a:avLst/>
          </a:prstGeom>
          <a:noFill/>
          <a:ln w="12700">
            <a:solidFill>
              <a:srgbClr val="E5E7E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9200" y="5632704"/>
            <a:ext cx="6272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th-TH" altLang="en-US" sz="880" i="1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อบอุ่น เป็นธรรมชาติ และผ่อนคลาย • Creator POV สลับ close-up ผลิตภัณฑ์</a:t>
            </a:r>
            <a:endParaRPr lang="th-TH" sz="880" dirty="0"/>
          </a:p>
        </p:txBody>
      </p:sp>
      <p:sp>
        <p:nvSpPr>
          <p:cNvPr id="32" name="Text 29"/>
          <p:cNvSpPr/>
          <p:nvPr/>
        </p:nvSpPr>
        <p:spPr>
          <a:xfrm>
            <a:off x="5029200" y="6108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Prepared by Convert Cake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0744200" y="6108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 /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950208" cy="62179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7EE"/>
            </a:solidFill>
            <a:prstDash val="solid"/>
          </a:ln>
        </p:spPr>
      </p:sp>
      <p:pic>
        <p:nvPicPr>
          <p:cNvPr id="3" name="Image 0" descr="CHÔL Aromatique UGC caption referenc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640080"/>
            <a:ext cx="3456432" cy="5413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09160" y="4389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b="1" spc="120" kern="0" dirty="0">
                <a:solidFill>
                  <a:srgbClr val="625B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CHÔL AROMATIQUE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9509760" y="4389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2833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ARTWORK &amp; CAPTION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709160" y="896112"/>
            <a:ext cx="6903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000" b="1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กลิ่นเดียวที่ทำให้คำว่า ‘กลับบ้าน’ รู้สึกชัดขึ้น</a:t>
            </a:r>
            <a:endParaRPr lang="th-TH" sz="2000" dirty="0"/>
          </a:p>
        </p:txBody>
      </p:sp>
      <p:sp>
        <p:nvSpPr>
          <p:cNvPr id="7" name="Shape 4"/>
          <p:cNvSpPr/>
          <p:nvPr/>
        </p:nvSpPr>
        <p:spPr>
          <a:xfrm>
            <a:off x="4709160" y="1664208"/>
            <a:ext cx="420624" cy="36576"/>
          </a:xfrm>
          <a:prstGeom prst="rect">
            <a:avLst/>
          </a:prstGeom>
          <a:solidFill>
            <a:srgbClr val="625BFF"/>
          </a:solidFill>
          <a:ln w="12700">
            <a:solidFill>
              <a:srgbClr val="625B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09160" y="1828800"/>
            <a:ext cx="69037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th-TH" altLang="en-US" sz="1500" dirty="0">
                <a:solidFill>
                  <a:srgbClr val="191B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ลองเริ่มจากช่วงเวลาสั้น ๆ หลังกลับถึงบ้าน วางโทรศัพท์ เปิด diffuser แล้วปล่อยให้กลิ่น Urban เปลี่ยนมุมเดิมให้กลายเป็นเวลาพักของเรา</a:t>
            </a:r>
            <a:endParaRPr lang="th-TH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6016752"/>
            <a:ext cx="6903720" cy="0"/>
          </a:xfrm>
          <a:prstGeom prst="line">
            <a:avLst/>
          </a:prstGeom>
          <a:noFill/>
          <a:ln w="12700">
            <a:solidFill>
              <a:srgbClr val="E5E7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618134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100" b="1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CTA · เลือกชุด Urban + Aroma Oil</a:t>
            </a:r>
            <a:endParaRPr lang="th-TH" sz="1100" dirty="0"/>
          </a:p>
        </p:txBody>
      </p:sp>
      <p:sp>
        <p:nvSpPr>
          <p:cNvPr id="11" name="Text 8"/>
          <p:cNvSpPr/>
          <p:nvPr/>
        </p:nvSpPr>
        <p:spPr>
          <a:xfrm>
            <a:off x="10991088" y="618134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 /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arabu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rabu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Creative Compass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CHÔL Aromatique creative slides</dc:title>
  <dc:subject>CHÔL Aromatique creative concepts</dc:subject>
  <dc:creator>Creative Compass</dc:creator>
  <cp:lastModifiedBy>Creative Compass</cp:lastModifiedBy>
  <cp:revision>1</cp:revision>
  <dcterms:created xsi:type="dcterms:W3CDTF">2026-07-28T05:09:10Z</dcterms:created>
  <dcterms:modified xsi:type="dcterms:W3CDTF">2026-07-28T05:09:10Z</dcterms:modified>
</cp:coreProperties>
</file>